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먼저 눌러 보여 주세요. 목표를 알고 시작해야 아이들이 헤매지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실제로 눌러 보이며 '이걸 오늘 만들 거예요'라고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주소를 칠판에 적어 두세요. '이어서 만들기' 띠가 뜨면 누르지 말고 그냥 만들면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글자를 두 개 놓아야 이름과 소개말을 따로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구분선은 꾸미기 요소라 빼도 됩니다. 시간이 모자라면 생략하세요.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쓰기를 어려워하는 아이는 별명이나 좋아하는 것으로 대신하게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오늘의 핵심입니다. 한 번 같이 만들고 각자 따라 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블록을 고친 뒤에는 실행 창을 닫았다 다시 열어야 반영됩니다. 자주 나오는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자주 빠뜨리는 단계입니다. 저장을 안 하면 다음 사람이 만들 때 덮어써져 사라질 수 있으니, 수업 끝 5분 전에 다 함께 누르게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집에서도 같은 주소로 들어가면 열립니다. 저장은 그 기기에만 남으니, 학교 태블릿에서 만든 것은 학교에서 이어서 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한 아이는 2부로 먼저 넘어가게 하고, 못 한 아이를 도와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정답이 없다고 말해 주세요. 다 달라야 좋은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끝난 아이에게 줄 과제입니다. 못 해도 오늘 목표는 이미 채운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잘된 작품 한둘을 화면에 띄워 함께 보면 마무리가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1차시 · 40분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나를 소개하는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카드 만들기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 화면을 보고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똑같이 따라 만들어요.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만들 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나를 소개하는 카드을(를) 만들어요.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run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1961388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600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사진과 이름을 보여 줘요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002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사진과 글자 부품을 놓아요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26517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나를 소개하는 말을 적어요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30540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내가 쓰고 싶은 말로 바꿔요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7033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누르면 인사말이 바뀌어요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4105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블록 하나로 만들어요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먼저 이 화면이 맞는지 봐요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아무것도 없는 빈 화면에서 시작해요.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02b_phone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65650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0" y="173736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310128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‘첫 부품을 놓아 보세요’가 보이면 준비 끝!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310128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혹시 다른 게 보이면 손을 들어 주세요.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선생님이 알려 주는 주소를 열어요.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‘사진’과 ‘글자’를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왼쪽 팔레트의 ‘기본’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사진 1개, 글자 2개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하나는 이름, 하나는 소개말이 돼요.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끌어다 놓아도 되고, 그냥 눌러도 놓여요.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‘구분선’과 ‘버튼’도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같은 ‘기본’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구분선 1개, 버튼 1개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구분선은 글과 버튼 사이를 갈라 줘요.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부품은 모두 다섯 개가 돼요.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이름과 소개말을 적어요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부품을 누르면 왼쪽에서 글을 바꿀 수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678456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글자를 눌러 보세요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‘보여 줄 글’ 칸에 내 이름을 적어요.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사진은 없어도 괜찮아요. 그림으로 채워도 좋아요.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블록을 하나 붙여요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‘블록’ 화면으로 가면 만들 수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blocks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12062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클릭했을 때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→ 소개말의 글을 바꾸기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‘언제’를 고르면 그 아래에 ‘무엇을 할지’를 붙여요.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‘실행’을 눌러 써 봐요</a:t>
            </a:r>
            <a:endParaRPr lang="en-US" sz="3400" dirty="0"/>
          </a:p>
        </p:txBody>
      </p:sp>
      <p:pic>
        <p:nvPicPr>
          <p:cNvPr id="5" name="Image 0" descr="/tmp/claude-0/-home-user-ai-chatbot/965f2ca3-b102-533d-9d05-6b3135c21cd7/scratchpad/shots/run2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1916811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120640" cy="2194560"/>
          </a:xfrm>
          <a:prstGeom prst="roundRect">
            <a:avLst>
              <a:gd name="adj" fmla="val 6667"/>
            </a:avLst>
          </a:prstGeom>
          <a:solidFill>
            <a:srgbClr val="EFEC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만든 것을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진짜 앱처럼 써 볼 수 있어요!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눌러 보고, 잘 되는지 확인해요.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만든 것을 꼭 저장해요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두 단추는 하는 일이 달라요. 오른쪽 위를 보세요.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9_save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7863840" cy="528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실행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만들면서 시험해 보는 곳.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FFF7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8348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7B00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웹앱으로 저장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진짜로 저장돼요.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이걸 눌러야 남아 있어요!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041648"/>
            <a:ext cx="8046720" cy="713232"/>
          </a:xfrm>
          <a:prstGeom prst="roundRect">
            <a:avLst>
              <a:gd name="adj" fmla="val 17949"/>
            </a:avLst>
          </a:prstGeom>
          <a:solidFill>
            <a:srgbClr val="6956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416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수업이 끝나기 전에 ‘내 웹앱으로 저장’을 꼭 눌러요!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다음에 다시 열어요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위쪽 ‘내 웹앱’을 누르면 저장한 것이 나와요.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10c_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25509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앱 열기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만든 앱을 그대로 써요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편집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다시 고칠 수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여기까지 됐나요?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하나씩 확인해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4533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447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사진을 놓았어요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0552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299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글자 2개를 놓았어요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15768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1518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버튼을 놓았어요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00984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2004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이름과 소개말을 적었어요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86200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78561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블록을 하나 만들었어요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47141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37083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‘내 웹앱으로 저장’을 눌렀어요</a:t>
            </a:r>
            <a:endParaRPr lang="en-US" sz="1800" dirty="0"/>
          </a:p>
        </p:txBody>
      </p:sp>
      <p:pic>
        <p:nvPicPr>
          <p:cNvPr id="28" name="Image 0" descr="/tmp/claude-0/-home-user-ai-chatbot/965f2ca3-b102-533d-9d05-6b3135c21cd7/scratchpad/shots/run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1783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2부 · 스스로 바꾸기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이제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나만의 것으로!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따라 만든 것을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마음대로 바꿔 봐요.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소개말을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친구에게 하고 싶은 말을 적어요.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좋아하는 것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잘하는 것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요즘 관심사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꿈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870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색과 크기를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부품을 누르고 ‘꾸미기’를 펼치면 나와요.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글자 크게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좋아하는 색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가운데로 모으기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배경색 바꾸기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2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 말을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버튼을 누르면 나올 말을 정해요.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안녕!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반가워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같이 놀자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이름은…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더 하고 싶은 사람?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 한 사람은 여기까지 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82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글자를 더 놓아요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93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좋아하는 것들을 줄줄이 적어 봐요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25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34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목록을 넣어요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36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내가 좋아하는 것 3가지를 목록으로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68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7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버튼을 더 만들어요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79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누를 때마다 다른 말이 나오게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친구 것도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구경해 봐요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짝과 기기를 바꿔 서로 눌러 보고,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좋은 점을 한 가지 말해 주세요.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intro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나를 소개하는 카드 만들기</dc:title>
  <dc:subject>PptxGenJS Presentation</dc:subject>
  <dc:creator>AI WEB APP LAB</dc:creator>
  <cp:lastModifiedBy>AI WEB APP LAB</cp:lastModifiedBy>
  <cp:revision>1</cp:revision>
  <dcterms:created xsi:type="dcterms:W3CDTF">2026-09-01T11:41:21Z</dcterms:created>
  <dcterms:modified xsi:type="dcterms:W3CDTF">2026-09-01T11:41:21Z</dcterms:modified>
</cp:coreProperties>
</file>