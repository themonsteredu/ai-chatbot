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먼저 눌러 보여 주세요. 목표를 알고 시작해야 아이들이 헤매지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완성본을 실제로 눌러 보이며 '이걸 오늘 만들 거예요'라고 말해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주소를 칠판에 적어 두세요. '이어서 만들기' 띠가 뜨면 누르지 말고 그냥 만들면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질문을 먼저 정하게 하세요. '오늘 하루 점수' 같은 것이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슬라이더 하나면 충분합니다. 욕심내면 40분에 못 끝냅니다.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부품 이름을 바꿔 두면 블록에서 고를 때 훨씬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부등호 기호는 초등에서 배우지 않습니다. 말로 읽어 주고 외우게 하지 마세요. 변수는 '점수를 담아 두는 상자'로 설명하면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블록을 고친 뒤에는 실행 창을 닫았다 다시 열어야 반영됩니다. 자주 나오는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자주 빠뜨리는 단계입니다. 저장을 안 하면 다음 사람이 만들 때 덮어써져 사라질 수 있으니, 수업 끝 5분 전에 다 함께 누르게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집에서도 같은 주소로 들어가면 열립니다. 저장은 그 기기에만 남으니, 학교 태블릿에서 만든 것은 학교에서 이어서 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 한 아이는 2부로 먼저 넘어가게 하고, 못 한 아이를 도와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여기서부터는 정답이 없다고 말해 주세요. 다 달라야 좋은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아이디어는 예시일 뿐입니다. 아이가 스스로 고른 것을 더 칭찬해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끝난 아이에게 줄 과제입니다. 못 해도 오늘 목표는 이미 채운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잘된 작품 한둘을 화면에 띄워 함께 보면 마무리가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2차시 · 40분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우리 반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설문판 만들기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 화면을 보고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똑같이 따라 만들어요.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만들 것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반 설문판을(를) 만들어요.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run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960120"/>
            <a:ext cx="1961388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70432" y="16002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하루를 점수로 매겨요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002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막대를 옮겨 점수를 골라요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70432" y="26517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체크와 스위치로 답해요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30540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여러 가지로 물어볼 수 있어요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EFEC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7033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점수에 따라 답이 달라져요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170432" y="41056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‘만약 ~라면’ 블록을 써요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먼저 이 화면이 맞는지 봐요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아무것도 없는 빈 화면에서 시작해요.</a:t>
            </a:r>
            <a:endParaRPr lang="en-US" sz="1700" dirty="0"/>
          </a:p>
        </p:txBody>
      </p:sp>
      <p:pic>
        <p:nvPicPr>
          <p:cNvPr id="4" name="Image 0" descr="/tmp/claude-0/-home-user-ai-chatbot/965f2ca3-b102-533d-9d05-6b3135c21cd7/scratchpad/shots/02b_phone_emp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65650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017520" y="1737360"/>
            <a:ext cx="5486400" cy="1417320"/>
          </a:xfrm>
          <a:prstGeom prst="roundRect">
            <a:avLst>
              <a:gd name="adj" fmla="val 9032"/>
            </a:avLst>
          </a:prstGeom>
          <a:solidFill>
            <a:srgbClr val="EFEC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310128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‘첫 부품을 놓아 보세요’가 보이면 준비 끝!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310128" y="24505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혹시 다른 게 보이면 손을 들어 주세요.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선생님이 알려 주는 주소를 열어요.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‘안내 카드’를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무엇을 물어보는지 적는 곳이에요.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fea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웹앱 기능 칸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팔레트를 아래로 내리면 있어요.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여기에 질문을 적을 거예요.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‘슬라이더’를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‘입력’ 칸에 있어요.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18655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막대를 옮겨 숫자를 골라요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0점부터 10점까지 고를 수 있어요.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체크박스와 스위치도 같은 칸에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‘버튼’과 ‘글자’를 놓아요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결과를 보여 줄 자리예요.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pal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4114800" cy="252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버튼 1개, 글자 1개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버튼을 누르면 글자가 바뀌게 할 거예요.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글자의 이름을 ‘결과글’로 바꿔 두면 찾기 쉬워요.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점수를 담고 ‘만약 ~라면’을 붙여요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블록 화면에서 ‘더 보기’를 켜면 변수와 조건이 나와요.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blocks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832" y="1691640"/>
            <a:ext cx="2939295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737360"/>
            <a:ext cx="3566160" cy="1600200"/>
          </a:xfrm>
          <a:prstGeom prst="roundRect">
            <a:avLst>
              <a:gd name="adj" fmla="val 8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303520" y="19202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점수를 담아 두고 갈라요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957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① 점수를 변수에 담아요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② 7점부터는 ‘좋은 하루!’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3520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아니면 쪽에는 응원하는 말을 적어요. ‘≥’는 ‘같거나 크다’로 읽어요.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‘실행’을 눌러 써 봐요</a:t>
            </a:r>
            <a:endParaRPr lang="en-US" sz="3400" dirty="0"/>
          </a:p>
        </p:txBody>
      </p:sp>
      <p:pic>
        <p:nvPicPr>
          <p:cNvPr id="5" name="Image 0" descr="/tmp/claude-0/-home-user-ai-chatbot/965f2ca3-b102-533d-9d05-6b3135c21cd7/scratchpad/shots/run2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1916811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120640" cy="2194560"/>
          </a:xfrm>
          <a:prstGeom prst="roundRect">
            <a:avLst>
              <a:gd name="adj" fmla="val 6667"/>
            </a:avLst>
          </a:prstGeom>
          <a:solidFill>
            <a:srgbClr val="EFEC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만든 것을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진짜 앱처럼 써 볼 수 있어요!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26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눌러 보고, 잘 되는지 확인해요.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만든 것을 꼭 저장해요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두 단추는 하는 일이 달라요. 오른쪽 위를 보세요.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09_save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72768"/>
            <a:ext cx="7863840" cy="5284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실행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만들면서 시험해 보는 곳.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창을 닫으면 다시 만들 수 있어요.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377440"/>
            <a:ext cx="3886200" cy="1463040"/>
          </a:xfrm>
          <a:prstGeom prst="roundRect">
            <a:avLst>
              <a:gd name="adj" fmla="val 10000"/>
            </a:avLst>
          </a:prstGeom>
          <a:solidFill>
            <a:srgbClr val="FFF7C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83480" y="25603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A7B00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 웹앱으로 저장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30358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진짜로 저장돼요.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이걸 눌러야 남아 있어요!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041648"/>
            <a:ext cx="8046720" cy="713232"/>
          </a:xfrm>
          <a:prstGeom prst="roundRect">
            <a:avLst>
              <a:gd name="adj" fmla="val 17949"/>
            </a:avLst>
          </a:prstGeom>
          <a:solidFill>
            <a:srgbClr val="6956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04164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수업이 끝나기 전에 ‘내 웹앱으로 저장’을 꼭 눌러요!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7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다음에 다시 열어요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위쪽 ‘내 웹앱’을 누르면 저장한 것이 나와요.</a:t>
            </a:r>
            <a:endParaRPr lang="en-US" sz="1700" dirty="0"/>
          </a:p>
        </p:txBody>
      </p:sp>
      <p:pic>
        <p:nvPicPr>
          <p:cNvPr id="6" name="Image 0" descr="/tmp/claude-0/-home-user-ai-chatbot/965f2ca3-b102-533d-9d05-6b3135c21cd7/scratchpad/shots/10c_libr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7589520" cy="25509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앱 열기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만든 앱을 그대로 써요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4261104"/>
            <a:ext cx="3611880" cy="658368"/>
          </a:xfrm>
          <a:prstGeom prst="roundRect">
            <a:avLst>
              <a:gd name="adj" fmla="val 16667"/>
            </a:avLst>
          </a:prstGeom>
          <a:solidFill>
            <a:srgbClr val="EFEC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426110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편집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42611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다시 고칠 수 있어요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여기까지 됐나요?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하나씩 확인해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4533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45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447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안내 카드를 놓았어요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30552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0299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슬라이더를 놓았어요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2715768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1518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버튼과 글자를 놓았어요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300984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20040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질문을 내 것으로 바꿨어요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7F8FC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3886200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3886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78561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‘만약 ~라면’ 블록을 만들었어요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4370832"/>
            <a:ext cx="585216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471416"/>
            <a:ext cx="310896" cy="310896"/>
          </a:xfrm>
          <a:prstGeom prst="ellipse">
            <a:avLst/>
          </a:prstGeom>
          <a:solidFill>
            <a:srgbClr val="21B6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4471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37083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2033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‘내 웹앱으로 저장’을 눌렀어요</a:t>
            </a:r>
            <a:endParaRPr lang="en-US" sz="1800" dirty="0"/>
          </a:p>
        </p:txBody>
      </p:sp>
      <p:pic>
        <p:nvPicPr>
          <p:cNvPr id="28" name="Image 0" descr="/tmp/claude-0/-home-user-ai-chatbot/965f2ca3-b102-533d-9d05-6b3135c21cd7/scratchpad/shots/run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1783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2부 · 스스로 바꾸기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이제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나만의 것으로!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따라 만든 것을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마음대로 바꿔 봐요.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질문을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우리 반에 물어보고 싶은 것을 적어요.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급식 만족도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오늘 기분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체육 시간 재미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쉬는 시간 점수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04c_prop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87028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기준을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몇 점부터 좋은 하루일까요?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7점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5점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8점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내가 정한 점수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2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FFD84D"/>
          </a:solidFill>
          <a:ln w="25400">
            <a:solidFill>
              <a:srgbClr val="1720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38404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결과 말을 바꿔 봐요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1556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점수가 높을 때와 낮을 때 할 말을 정해요.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이런 걸 넣어 보면 어때요?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최고예요!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20440" y="214884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21488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잘했어요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내일도 힘내요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3520440" y="3108960"/>
            <a:ext cx="2743200" cy="749808"/>
          </a:xfrm>
          <a:prstGeom prst="roundRect">
            <a:avLst>
              <a:gd name="adj" fmla="val 14634"/>
            </a:avLst>
          </a:prstGeom>
          <a:solidFill>
            <a:srgbClr val="EFEC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3108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956E8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푹 쉬어요</a:t>
            </a:r>
            <a:endParaRPr lang="en-US" sz="1900" dirty="0"/>
          </a:p>
        </p:txBody>
      </p:sp>
      <p:pic>
        <p:nvPicPr>
          <p:cNvPr id="15" name="Image 0" descr="/tmp/claude-0/-home-user-ai-chatbot/965f2ca3-b102-533d-9d05-6b3135c21cd7/scratchpad/shots/run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1738503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092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더 하고 싶은 사람?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다 한 사람은 여기까지 해 봐요.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82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82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591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체크박스를 넣어요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993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‘숙제를 다 했어요’ 같은 항목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25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825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734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스위치를 넣어요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136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‘선생님과 이야기하고 싶어요’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FE3E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3B8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68496"/>
            <a:ext cx="521208" cy="521208"/>
          </a:xfrm>
          <a:prstGeom prst="ellipse">
            <a:avLst/>
          </a:prstGeom>
          <a:solidFill>
            <a:srgbClr val="6956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96849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84D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877056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033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결과를 세 갈래로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279392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‘만약’ 안에 ‘만약’을 한 번 더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95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777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마무리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친구 것도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에스코어 드림 6 Bold" pitchFamily="34" charset="0"/>
                <a:ea typeface="에스코어 드림 6 Bold" pitchFamily="34" charset="-122"/>
                <a:cs typeface="에스코어 드림 6 Bold" pitchFamily="34" charset="-120"/>
              </a:rPr>
              <a:t>구경해 봐요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32461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짝과 기기를 바꿔 서로 눌러 보고,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5E0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좋은 점을 한 가지 말해 주세요.</a:t>
            </a:r>
            <a:endParaRPr lang="en-US" sz="1900" dirty="0"/>
          </a:p>
        </p:txBody>
      </p:sp>
      <p:pic>
        <p:nvPicPr>
          <p:cNvPr id="6" name="Image 0" descr="/tmp/claude-0/-home-user-ai-chatbot/965f2ca3-b102-533d-9d05-6b3135c21cd7/scratchpad/shots/run2_class-surv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548640"/>
            <a:ext cx="1961388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반 설문판 만들기</dc:title>
  <dc:subject>PptxGenJS Presentation</dc:subject>
  <dc:creator>AI WEB APP LAB</dc:creator>
  <cp:lastModifiedBy>AI WEB APP LAB</cp:lastModifiedBy>
  <cp:revision>1</cp:revision>
  <dcterms:created xsi:type="dcterms:W3CDTF">2026-09-01T11:41:21Z</dcterms:created>
  <dcterms:modified xsi:type="dcterms:W3CDTF">2026-09-01T11:41:21Z</dcterms:modified>
</cp:coreProperties>
</file>