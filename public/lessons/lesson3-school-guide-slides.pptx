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먼저 눌러 보여 주세요. 목표를 알고 시작해야 아이들이 헤매지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실제로 눌러 보이며 '이걸 오늘 만들 거예요'라고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주소를 칠판에 적어 두세요. '이어서 만들기' 띠가 뜨면 누르지 말고 그냥 만들면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배치 안에 넣기는 드래그가 필요합니다. 어려워하면 건너뛰세요. 오늘 목표는 버튼과 블록입니다.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바꾸기를 꼭 시키세요. 블록 단계에서 시간을 크게 아낍니다.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목록 내용은 미리 칠판에 적어 두면 빨리 끝납니다.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블록이 '같은' 안내 카드를 바꾸는 것이 핵심입니다. 다른 카드를 고르면 목표가 어긋납니다.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블록을 고친 뒤에는 실행 창을 닫았다 다시 열어야 반영됩니다. 자주 나오는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자주 빠뜨리는 단계입니다. 저장을 안 하면 다음 사람이 만들 때 덮어써져 사라질 수 있으니, 수업 끝 5분 전에 다 함께 누르게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집에서도 같은 주소로 들어가면 열립니다. 저장은 그 기기에만 남으니, 학교 태블릿에서 만든 것은 학교에서 이어서 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한 아이는 2부로 먼저 넘어가게 하고, 못 한 아이를 도와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정답이 없다고 말해 주세요. 다 달라야 좋은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끝난 아이에게 줄 과제입니다. 못 해도 오늘 목표는 이미 채운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잘된 작품 한둘을 화면에 띄워 함께 보면 마무리가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3차시 · 40분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학교 안내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도우미 만들기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 화면을 보고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똑같이 따라 만들어요.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만들 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학교 안내 도우미을(를) 만들어요.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run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1961388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600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나란히 놓아요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002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‘가로 배치’ 안에 버튼을 넣어요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26517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버튼마다 다른 안내가 나와요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30540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두 개가 같은 카드를 바꿔요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7033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궁금한 것을 물어봐요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4105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내가 만든 챗봇이 답해 줘요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먼저 이 화면이 맞는지 봐요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아무것도 없는 빈 화면에서 시작해요.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02b_phone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65650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0" y="173736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310128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‘첫 부품을 놓아 보세요’가 보이면 준비 끝!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310128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혹시 다른 게 보이면 손을 들어 주세요.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선생님이 알려 주는 주소를 열어요.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‘가로 배치’를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‘배치’ 칸에 있어요. 부품을 나란히 담는 상자예요.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1204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가로 배치 = 옆으로 나란히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 안에 버튼을 넣을 거예요.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태블릿에서 안에 넣기가 어려우면, 배치 없이 세로로 놓아도 괜찮아요.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‘버튼’ 두 개를 넣어요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‘급식’과 ‘시간표’ 버튼이 될 거예요.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두 번 눌러요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이름을 ‘급식버튼’, ‘시간표버튼’으로 바꿔요.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이름을 바꿔 두면 블록에서 찾기 쉬워요.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‘안내 카드’와 ‘목록’을 놓아요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‘웹앱 기능’과 ‘기본’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fe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안내 카드 = 버튼이 바꿀 곳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목록에는 우리 학교 장소를 적어요.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목록은 한 줄에 하나씩 적어요.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버튼마다 블록을 붙여요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두 개가 같은 카드를 다르게 바꿔요.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blocks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691640"/>
            <a:ext cx="40030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급식버튼을 클릭했을 때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→ 안내 카드의 제목과 내용을 바꾸기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두 번째 버튼도 같은 방법으로 만들어요.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‘실행’을 눌러 써 봐요</a:t>
            </a:r>
            <a:endParaRPr lang="en-US" sz="3400" dirty="0"/>
          </a:p>
        </p:txBody>
      </p:sp>
      <p:pic>
        <p:nvPicPr>
          <p:cNvPr id="5" name="Image 0" descr="/tmp/claude-0/-home-user-ai-chatbot/965f2ca3-b102-533d-9d05-6b3135c21cd7/scratchpad/shots/run2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1916811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120640" cy="2194560"/>
          </a:xfrm>
          <a:prstGeom prst="roundRect">
            <a:avLst>
              <a:gd name="adj" fmla="val 6667"/>
            </a:avLst>
          </a:prstGeom>
          <a:solidFill>
            <a:srgbClr val="EFEC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만든 것을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진짜 앱처럼 써 볼 수 있어요!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눌러 보고, 잘 되는지 확인해요.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만든 것을 꼭 저장해요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두 단추는 하는 일이 달라요. 오른쪽 위를 보세요.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9_save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7863840" cy="528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실행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만들면서 시험해 보는 곳.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FFF7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8348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7B00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웹앱으로 저장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진짜로 저장돼요.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이걸 눌러야 남아 있어요!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041648"/>
            <a:ext cx="8046720" cy="713232"/>
          </a:xfrm>
          <a:prstGeom prst="roundRect">
            <a:avLst>
              <a:gd name="adj" fmla="val 17949"/>
            </a:avLst>
          </a:prstGeom>
          <a:solidFill>
            <a:srgbClr val="6956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416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수업이 끝나기 전에 ‘내 웹앱으로 저장’을 꼭 눌러요!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다음에 다시 열어요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위쪽 ‘내 웹앱’을 누르면 저장한 것이 나와요.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10c_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25509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앱 열기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만든 앱을 그대로 써요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편집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다시 고칠 수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여기까지 됐나요?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하나씩 확인해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4533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447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가로 배치를 놓았어요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0552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299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2개를 넣었어요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15768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1518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안내 카드와 목록을 놓았어요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00984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2004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이름을 바꿨어요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86200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78561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두 개에 블록을 붙였어요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47141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37083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‘내 웹앱으로 저장’을 눌렀어요</a:t>
            </a:r>
            <a:endParaRPr lang="en-US" sz="1800" dirty="0"/>
          </a:p>
        </p:txBody>
      </p:sp>
      <p:pic>
        <p:nvPicPr>
          <p:cNvPr id="28" name="Image 0" descr="/tmp/claude-0/-home-user-ai-chatbot/965f2ca3-b102-533d-9d05-6b3135c21cd7/scratchpad/shots/run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1783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2부 · 스스로 바꾸기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이제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나만의 것으로!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따라 만든 것을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마음대로 바꿔 봐요.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더 만들어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학교에서 더 궁금한 것을 정해요.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방과후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도서실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보건실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행사 안내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2194560" cy="1347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목록을 우리 학교로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진짜 우리 학교 장소를 적어요.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1층에 뭐가 있지?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2층은?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운동장 가는 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화장실 위치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870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챗봇에 질문을 넣어요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친구들이 물어볼 것을 미리 넣어 둬요.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하교 시간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준비물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선생님 이름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우리 반 위치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더 하고 싶은 사람?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 한 사람은 여기까지 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82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세로 배치도 써 봐요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93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위아래로 나란히 담을 수 있어요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25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34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네 개로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36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가로 배치를 하나 더 놓아 봐요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68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7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챗봇을 똑똑하게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79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질문을 여러 개 넣어 봐요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친구 것도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구경해 봐요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짝과 기기를 바꿔 서로 눌러 보고,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좋은 점을 한 가지 말해 주세요.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school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학교 안내 도우미 만들기</dc:title>
  <dc:subject>PptxGenJS Presentation</dc:subject>
  <dc:creator>AI WEB APP LAB</dc:creator>
  <cp:lastModifiedBy>AI WEB APP LAB</cp:lastModifiedBy>
  <cp:revision>1</cp:revision>
  <dcterms:created xsi:type="dcterms:W3CDTF">2026-09-01T11:41:21Z</dcterms:created>
  <dcterms:modified xsi:type="dcterms:W3CDTF">2026-09-01T11:41:21Z</dcterms:modified>
</cp:coreProperties>
</file>