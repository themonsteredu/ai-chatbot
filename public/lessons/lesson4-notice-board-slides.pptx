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완성본을 먼저 눌러 보여 주세요. 목표를 알고 시작해야 아이들이 헤매지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완성본을 실제로 눌러 보이며 '이걸 오늘 만들 거예요'라고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주소를 칠판에 적어 두세요. '이어서 만들기' 띠가 뜨면 누르지 말고 그냥 만들면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번만 시범을 보이고, 아이들이 따라 하는 동안 돌아다니며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버튼을 하나만 놓은 아이가 많습니다. '버튼 두 개'를 한 번 더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부품 다섯 개(글자·버튼2·안내카드·활동체크)면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무엇을 쓸지 모르는 아이는 칠판 알림을 그대로 베끼게 하세요. 그게 가장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블록을 고친 뒤에는 실행 창을 닫았다 다시 열어야 반영됩니다. 자주 나오는 질문입니다.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자주 빠뜨리는 단계입니다. 저장을 안 하면 다음 사람이 만들 때 덮어써져 사라질 수 있으니, 수업 끝 5분 전에 다 함께 누르게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집에서도 같은 주소로 들어가면 열립니다. 저장은 그 기기에만 남으니, 학교 태블릿에서 만든 것은 학교에서 이어서 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 한 아이는 2부로 먼저 넘어가게 하고, 못 한 아이를 도와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여기서부터는 정답이 없다고 말해 주세요. 다 달라야 좋은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끝난 아이에게 줄 과제입니다. 못 해도 오늘 목표는 이미 채운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잘된 작품 한둘을 화면에 띄워 함께 보면 마무리가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4차시 · 40분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우리 반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알림장 만들기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선생님 화면을 보고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똑같이 따라 만들어요.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_notice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오늘 만들 것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우리 반 알림장을(를) 만들어요.</a:t>
            </a:r>
            <a:endParaRPr lang="en-US" sz="1700" dirty="0"/>
          </a:p>
        </p:txBody>
      </p:sp>
      <p:pic>
        <p:nvPicPr>
          <p:cNvPr id="4" name="Image 0" descr="/tmp/claude-0/-home-user-ai-chatbot/965f2ca3-b102-533d-9d05-6b3135c21cd7/scratchpad/shots/run_notice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60120"/>
            <a:ext cx="1961388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70432" y="16002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오늘 알림을 보여 줘요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20025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체험학습·숙제 같은 알림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70432" y="265176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내일 준비물을 알려 줘요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" y="30540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버튼을 누르면 바뀌어요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70432" y="370332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할 일을 체크해요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170432" y="41056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다 하면 체크 표시!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먼저 이 화면이 맞는지 봐요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아무것도 없는 빈 화면에서 시작해요.</a:t>
            </a:r>
            <a:endParaRPr lang="en-US" sz="1700" dirty="0"/>
          </a:p>
        </p:txBody>
      </p:sp>
      <p:pic>
        <p:nvPicPr>
          <p:cNvPr id="4" name="Image 0" descr="/tmp/claude-0/-home-user-ai-chatbot/965f2ca3-b102-533d-9d05-6b3135c21cd7/scratchpad/shots/02b_phone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656502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0" y="1737360"/>
            <a:ext cx="5486400" cy="1417320"/>
          </a:xfrm>
          <a:prstGeom prst="roundRect">
            <a:avLst>
              <a:gd name="adj" fmla="val 9032"/>
            </a:avLst>
          </a:prstGeom>
          <a:solidFill>
            <a:srgbClr val="EFEC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310128" y="1938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‘첫 부품을 놓아 보세요’가 보이면 준비 끝!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310128" y="24505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혹시 다른 게 보이면 손을 들어 주세요.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선생님이 알려 주는 주소를 열어요.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‘글자’를 눌러 놓아요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왼쪽 팔레트의 ‘기본’ 칸에 있어요.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pal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252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맨 위에 들어갈 제목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‘우리 반 알림장’이라고 적을 거예요.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끌어다 놓아도 되고, 그냥 눌러도 놓여요.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‘버튼’을 두 번 눌러요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‘오늘 알림’과 ‘내일 준비물’ 버튼이 돼요.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pal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252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버튼이 두 개 생겨요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‘내가 놓은 부품’에 버튼1, 버튼2가 보이면 잘한 거예요.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하나만 놓은 친구가 없는지 봐 주세요.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‘안내 카드’와 ‘활동 체크’도 놓아요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팔레트를 아래로 내리면 ‘웹앱 기능’ 칸에 있어요.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pal_fe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252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안내 카드 = 알림을 적는 곳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활동 체크 = 할 일을 적고 체크하는 곳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여기까지 부품 다섯 개예요.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글을 우리 반 것으로 바꿔요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부품을 누르면 왼쪽에서 글을 바꿀 수 있어요.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04c_proper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1678456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칠판을 보고 옮겨 적어요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오늘의 알림과 할 일 세 가지를 적어요.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무엇을 쓸지 모르겠으면 칠판을 그대로 베껴도 좋아요.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‘실행’을 눌러 써 봐요</a:t>
            </a:r>
            <a:endParaRPr lang="en-US" sz="3400" dirty="0"/>
          </a:p>
        </p:txBody>
      </p:sp>
      <p:pic>
        <p:nvPicPr>
          <p:cNvPr id="5" name="Image 0" descr="/tmp/claude-0/-home-user-ai-chatbot/965f2ca3-b102-533d-9d05-6b3135c21cd7/scratchpad/shots/run2_notice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1916811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120640" cy="2194560"/>
          </a:xfrm>
          <a:prstGeom prst="roundRect">
            <a:avLst>
              <a:gd name="adj" fmla="val 6667"/>
            </a:avLst>
          </a:prstGeom>
          <a:solidFill>
            <a:srgbClr val="EFEC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828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내가 만든 것을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진짜 앱처럼 써 볼 수 있어요!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눌러 보고, 잘 되는지 확인해요.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창을 닫으면 다시 만들 수 있어요.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만든 것을 꼭 저장해요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두 단추는 하는 일이 달라요. 오른쪽 위를 보세요.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09_save_butt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7863840" cy="5284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37744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560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실행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358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만들면서 시험해 보는 곳.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창을 닫으면 다시 만들 수 있어요.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237744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FFF7C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83480" y="2560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7B00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 웹앱으로 저장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30358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진짜로 저장돼요.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이걸 눌러야 남아 있어요!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041648"/>
            <a:ext cx="8046720" cy="713232"/>
          </a:xfrm>
          <a:prstGeom prst="roundRect">
            <a:avLst>
              <a:gd name="adj" fmla="val 17949"/>
            </a:avLst>
          </a:prstGeom>
          <a:solidFill>
            <a:srgbClr val="6956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04164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수업이 끝나기 전에 ‘내 웹앱으로 저장’을 꼭 눌러요!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다음에 다시 열어요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위쪽 ‘내 웹앱’을 누르면 저장한 것이 나와요.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10c_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7589520" cy="25509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4261104"/>
            <a:ext cx="3611880" cy="658368"/>
          </a:xfrm>
          <a:prstGeom prst="roundRect">
            <a:avLst>
              <a:gd name="adj" fmla="val 16667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42611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앱 열기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42611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만든 앱을 그대로 써요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4261104"/>
            <a:ext cx="3611880" cy="658368"/>
          </a:xfrm>
          <a:prstGeom prst="roundRect">
            <a:avLst>
              <a:gd name="adj" fmla="val 16667"/>
            </a:avLst>
          </a:prstGeom>
          <a:solidFill>
            <a:srgbClr val="EFEC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42611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편집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42611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다시 고칠 수 있어요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여기까지 됐나요?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하나씩 확인해 봐요.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45336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4475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글자 1개를 놓았어요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30552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02996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 2개를 놓았어요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715768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61518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안내 카드를 놓았어요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300984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20040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활동 체크를 놓았어요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886200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78561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글을 우리 반 것으로 바꿨어요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370832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471416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37083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‘내 웹앱으로 저장’을 눌렀어요</a:t>
            </a:r>
            <a:endParaRPr lang="en-US" sz="1800" dirty="0"/>
          </a:p>
        </p:txBody>
      </p:sp>
      <p:pic>
        <p:nvPicPr>
          <p:cNvPr id="28" name="Image 0" descr="/tmp/claude-0/-home-user-ai-chatbot/965f2ca3-b102-533d-9d05-6b3135c21cd7/scratchpad/shots/run_notice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234440"/>
            <a:ext cx="1783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2부 · 스스로 바꾸기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이제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나만의 것으로!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따라 만든 것을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마음대로 바꿔 봐요.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2_notice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글을 바꿔 봐요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우리 반에 진짜 필요한 알림을 적어요.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오늘 숙제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준비물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생일인 친구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이번 주 약속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04c_proper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8702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색과 크기를 바꿔 봐요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부품을 누르고 ‘꾸미기’를 펼치면 나와요.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글자 크게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글자 색 바꾸기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가운데로 모으기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우리 반 색으로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run_notice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73850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할 일을 내 것으로 바꿔요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‘활동 체크’를 누르고 할 일을 적어요.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숙제 하기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책 읽기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물 마시기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가방 챙기기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run2_notice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73850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더 하고 싶은 사람?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다 한 사람은 여기까지 해 봐요.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82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82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591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버튼을 더 놓아요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93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‘급식’, ‘시간표’ 버튼도 만들어 봐요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25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825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734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블록으로 움직여요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136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버튼을 누르면 안내가 바뀌게 해요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68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968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77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사진을 넣어요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279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우리 반 사진이나 그림을 넣어 봐요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마무리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친구 것도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구경해 봐요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짝과 기기를 바꿔 서로 눌러 보고,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좋은 점을 한 가지 말해 주세요.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2_notice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반 알림장 만들기</dc:title>
  <dc:subject>PptxGenJS Presentation</dc:subject>
  <dc:creator>AI WEB APP LAB</dc:creator>
  <cp:lastModifiedBy>AI WEB APP LAB</cp:lastModifiedBy>
  <cp:revision>1</cp:revision>
  <dcterms:created xsi:type="dcterms:W3CDTF">2026-09-01T11:41:22Z</dcterms:created>
  <dcterms:modified xsi:type="dcterms:W3CDTF">2026-09-01T11:41:22Z</dcterms:modified>
</cp:coreProperties>
</file>